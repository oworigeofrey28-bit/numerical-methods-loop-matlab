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007B-FFBD-C52A-0F17-56A272674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D812D-F06E-FD7B-1868-A7A31E9ED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DA8AE-982E-4907-ACB0-83CC4320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98DAC-CA3D-6C2A-0DF9-D4B4BF6C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2592A-B65C-4DE7-B3C4-6EE5195C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5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4140-E925-C2B9-910C-4DAA8519A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8999-8544-EEBF-DEE0-CC21BA879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421D-C432-F78C-E47C-BE17D400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01EE5-4803-4346-8B5B-7E5785D6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6C2FA-FA05-0CA4-95C2-D551C701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4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D6FE-20D5-3A4B-362A-CB0215BE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7DA1D-243F-F533-B93F-C3AF66834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76684-21C4-C333-BD4F-60BFECF15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0284A-0F7A-D248-5849-1A3E25C7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8C1A8-AF0D-EB9B-ED74-861D492F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4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5E77-C29E-CAE4-9C7E-14141D7A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F6B19-65F3-4F70-67B5-E66CCECB3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EB1E7-9292-2C98-0D16-D41552FD0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A2FDB-3D95-F53E-65B8-4B539715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2EB8C-8346-0841-DCAA-66DAEA91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30B15-4CA6-EC1A-F7EE-F3F171DE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5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0D94-E34D-3DE5-CF02-BBE7126EB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2D947-2F57-A9D4-EBAD-99E930999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7E739-C4B3-4861-F66F-08E784D89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6D5DC-680A-F34F-E162-1844F4042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07D07-3138-6586-CA8A-44DA3F57B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79FD0-AE8B-C0A6-E082-F75C7076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FB8C8-E60B-59B8-78DD-BDF58607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A76DB-AC94-C915-A552-DAF2457C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7771-EC2F-B79E-CADD-417E6372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4FEA6-28DD-9C14-96AC-A0E31A21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95874-29FB-1BD1-85F6-36EB5359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C23CC-4FD1-4D34-F377-F8B4F4E0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2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0F46D-1BE8-00AD-4F0C-2C715283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9198-18A1-0115-85D5-A7384272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49E40-41A7-FDDD-D700-94F939ED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9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705B-26BE-B307-DE74-39FF5725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6586A-620C-2A5E-3CEA-2506D982A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0AF2E-4736-1C7F-1CE5-C128F3E5B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0442E-9F50-D1A4-4CBC-D63376A6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67DBD-B88B-ED9F-D1BB-01812F373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A5036-CCD0-0301-9167-5763C893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1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3F86-FDD3-3D1A-1110-7FE63EFD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0E8AB-0C0B-E87D-B549-5CD3AE2D2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476FB-B936-7888-201D-9C61EBBDD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1EB1E-4C07-4F21-4936-7CA41E0E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1A013-F779-39C8-F123-4BC80591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395B8-BFFB-D469-A00C-C17A55FB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1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F767-A66F-2750-0311-45F5B090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7C13B-E095-13CA-702E-C8E8AB08A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DDEA7-8189-6E33-550A-C235E714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09965-5C4B-5BE9-4C39-362E2F19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3BB45-FDE6-DA18-EC72-086DC993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2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6A5B9-F07E-C801-7720-C4FD62F58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66BFA-0ABF-DE11-B48A-51024B6CD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5412C-61BD-E852-8FF7-EAFDCAB8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FB278-8981-D990-5121-82EF14C2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5256D-EFD3-E42A-2098-56E9CF595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6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85AEA-191F-2290-F5B9-6D69825B1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35FF5-488C-DEE2-9AC4-616CF5049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72E9B-D9ED-F68F-DCE7-AE35E26DB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62FE9-7184-4AB0-9525-48C44AC5C45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E551E-E908-FE17-5658-FC0D15B2B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BA03F-ECF9-3698-006A-27BDB7FA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AA830-E266-4A3B-94DB-FC24CC51C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4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4FBB1-C008-2B6F-5CCF-9562FAF9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433A15C2-EC72-C564-19A3-24F8F1DFF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8464" y="1875099"/>
            <a:ext cx="4615072" cy="44215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3B6B5B-D41D-0DDB-F43F-CBF966D3E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47" y="821803"/>
            <a:ext cx="10012101" cy="7060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1">
            <a:extLst>
              <a:ext uri="{FF2B5EF4-FFF2-40B4-BE49-F238E27FC236}">
                <a16:creationId xmlns:a16="http://schemas.microsoft.com/office/drawing/2014/main" id="{F0456DF7-C053-60A5-0502-378884C4D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CHART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31">
            <a:extLst>
              <a:ext uri="{FF2B5EF4-FFF2-40B4-BE49-F238E27FC236}">
                <a16:creationId xmlns:a16="http://schemas.microsoft.com/office/drawing/2014/main" id="{0817D7CC-1647-515E-950B-C63D0D13D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7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69D3-EEC9-BBD0-914E-40F44E92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b="1" u="sng" dirty="0"/>
              <a:t>PSEUDO CODES </a:t>
            </a:r>
            <a:br>
              <a:rPr lang="en-US" dirty="0"/>
            </a:br>
            <a:r>
              <a:rPr lang="en-US" dirty="0"/>
              <a:t>‘for loop’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F4F16-32EE-B14E-221F-B8B465085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Input: initial guess x0, tolerance </a:t>
            </a:r>
            <a:r>
              <a:rPr lang="en-US" dirty="0" err="1"/>
              <a:t>tol</a:t>
            </a:r>
            <a:r>
              <a:rPr lang="en-US" dirty="0"/>
              <a:t>, max iterations N</a:t>
            </a:r>
          </a:p>
          <a:p>
            <a:r>
              <a:rPr lang="en-US" dirty="0"/>
              <a:t>Set x = x0</a:t>
            </a:r>
          </a:p>
          <a:p>
            <a:r>
              <a:rPr lang="en-US" dirty="0"/>
              <a:t>For k = 1 to N</a:t>
            </a:r>
          </a:p>
          <a:p>
            <a:r>
              <a:rPr lang="en-US" dirty="0"/>
              <a:t>    Compute f = 1 - 3*x + 0.5*x*exp(x)</a:t>
            </a:r>
          </a:p>
          <a:p>
            <a:r>
              <a:rPr lang="en-US" dirty="0"/>
              <a:t>    Compute </a:t>
            </a:r>
            <a:r>
              <a:rPr lang="en-US" dirty="0" err="1"/>
              <a:t>fprime</a:t>
            </a:r>
            <a:r>
              <a:rPr lang="en-US" dirty="0"/>
              <a:t> = -3 + 0.5*exp(x) + 0.5*x*exp(x)</a:t>
            </a:r>
          </a:p>
          <a:p>
            <a:r>
              <a:rPr lang="en-US" dirty="0"/>
              <a:t>    Update </a:t>
            </a:r>
            <a:r>
              <a:rPr lang="en-US" dirty="0" err="1"/>
              <a:t>x_new</a:t>
            </a:r>
            <a:r>
              <a:rPr lang="en-US" dirty="0"/>
              <a:t> = x - f/</a:t>
            </a:r>
            <a:r>
              <a:rPr lang="en-US" dirty="0" err="1"/>
              <a:t>fprime</a:t>
            </a:r>
            <a:endParaRPr lang="en-US" dirty="0"/>
          </a:p>
          <a:p>
            <a:r>
              <a:rPr lang="en-US" dirty="0"/>
              <a:t>    If |</a:t>
            </a:r>
            <a:r>
              <a:rPr lang="en-US" dirty="0" err="1"/>
              <a:t>x_new</a:t>
            </a:r>
            <a:r>
              <a:rPr lang="en-US" dirty="0"/>
              <a:t> - x| &lt; 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    Stop and output </a:t>
            </a:r>
            <a:r>
              <a:rPr lang="en-US" dirty="0" err="1"/>
              <a:t>x_new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EndIf</a:t>
            </a:r>
            <a:endParaRPr lang="en-US" dirty="0"/>
          </a:p>
          <a:p>
            <a:r>
              <a:rPr lang="en-US" dirty="0"/>
              <a:t>    Set x = </a:t>
            </a:r>
            <a:r>
              <a:rPr lang="en-US" dirty="0" err="1"/>
              <a:t>x_new</a:t>
            </a:r>
            <a:endParaRPr lang="en-US" dirty="0"/>
          </a:p>
          <a:p>
            <a:r>
              <a:rPr lang="en-US" dirty="0" err="1"/>
              <a:t>EndFor</a:t>
            </a:r>
            <a:endParaRPr lang="en-US" dirty="0"/>
          </a:p>
          <a:p>
            <a:r>
              <a:rPr lang="en-US" dirty="0"/>
              <a:t>Output: approximate root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7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BBCE-7B05-FDF6-74BB-5ABB17A5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‘while loop’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49895-04BA-D654-39AB-5BB8CCFE5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Input: initial guess x0, tolerance </a:t>
            </a:r>
            <a:r>
              <a:rPr lang="en-US" dirty="0" err="1"/>
              <a:t>tol</a:t>
            </a:r>
            <a:r>
              <a:rPr lang="en-US" dirty="0"/>
              <a:t>, max iterations N</a:t>
            </a:r>
          </a:p>
          <a:p>
            <a:r>
              <a:rPr lang="en-US" dirty="0"/>
              <a:t>Set x = x0</a:t>
            </a:r>
          </a:p>
          <a:p>
            <a:r>
              <a:rPr lang="en-US" dirty="0"/>
              <a:t>Set k = 0</a:t>
            </a:r>
          </a:p>
          <a:p>
            <a:r>
              <a:rPr lang="en-US" dirty="0"/>
              <a:t>While k &lt; N</a:t>
            </a:r>
          </a:p>
          <a:p>
            <a:r>
              <a:rPr lang="en-US" dirty="0"/>
              <a:t>    Compute f = 1 - 3*x + 0.5*x*exp(x)</a:t>
            </a:r>
          </a:p>
          <a:p>
            <a:r>
              <a:rPr lang="en-US" dirty="0"/>
              <a:t>    Compute </a:t>
            </a:r>
            <a:r>
              <a:rPr lang="en-US" dirty="0" err="1"/>
              <a:t>fprime</a:t>
            </a:r>
            <a:r>
              <a:rPr lang="en-US" dirty="0"/>
              <a:t> = -3 + 0.5*exp(x) + 0.5*x*exp(x)</a:t>
            </a:r>
          </a:p>
          <a:p>
            <a:r>
              <a:rPr lang="en-US" dirty="0"/>
              <a:t>    Update </a:t>
            </a:r>
            <a:r>
              <a:rPr lang="en-US" dirty="0" err="1"/>
              <a:t>x_new</a:t>
            </a:r>
            <a:r>
              <a:rPr lang="en-US" dirty="0"/>
              <a:t> = x - f/</a:t>
            </a:r>
            <a:r>
              <a:rPr lang="en-US" dirty="0" err="1"/>
              <a:t>fprime</a:t>
            </a:r>
            <a:endParaRPr lang="en-US" dirty="0"/>
          </a:p>
          <a:p>
            <a:r>
              <a:rPr lang="en-US" dirty="0"/>
              <a:t>    If |</a:t>
            </a:r>
            <a:r>
              <a:rPr lang="en-US" dirty="0" err="1"/>
              <a:t>x_new</a:t>
            </a:r>
            <a:r>
              <a:rPr lang="en-US" dirty="0"/>
              <a:t> - x| &lt; 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    Stop and output </a:t>
            </a:r>
            <a:r>
              <a:rPr lang="en-US" dirty="0" err="1"/>
              <a:t>x_new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EndIf</a:t>
            </a:r>
            <a:endParaRPr lang="en-US" dirty="0"/>
          </a:p>
          <a:p>
            <a:r>
              <a:rPr lang="en-US" dirty="0"/>
              <a:t>    Set x = </a:t>
            </a:r>
            <a:r>
              <a:rPr lang="en-US" dirty="0" err="1"/>
              <a:t>x_new</a:t>
            </a:r>
            <a:endParaRPr lang="en-US" dirty="0"/>
          </a:p>
          <a:p>
            <a:r>
              <a:rPr lang="en-US" dirty="0"/>
              <a:t>    Increment k</a:t>
            </a:r>
          </a:p>
          <a:p>
            <a:r>
              <a:rPr lang="en-US" dirty="0" err="1"/>
              <a:t>EndWhile</a:t>
            </a:r>
            <a:endParaRPr lang="en-US" dirty="0"/>
          </a:p>
          <a:p>
            <a:r>
              <a:rPr lang="en-US" dirty="0"/>
              <a:t>Output: approximate root</a:t>
            </a:r>
          </a:p>
        </p:txBody>
      </p:sp>
    </p:spTree>
    <p:extLst>
      <p:ext uri="{BB962C8B-B14F-4D97-AF65-F5344CB8AC3E}">
        <p14:creationId xmlns:p14="http://schemas.microsoft.com/office/powerpoint/2010/main" val="560336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75137-6F76-40DE-44E6-353F2DE0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u="sng" dirty="0"/>
            </a:br>
            <a:r>
              <a:rPr lang="en-US" b="1" u="sng" dirty="0"/>
              <a:t>MATLAB CODES</a:t>
            </a:r>
            <a:br>
              <a:rPr lang="en-US" dirty="0"/>
            </a:br>
            <a:r>
              <a:rPr lang="en-US" dirty="0"/>
              <a:t>‘For loop’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48160-03D3-352F-C671-AB7965765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% Newton's Method using FOR loop</a:t>
            </a:r>
          </a:p>
          <a:p>
            <a:r>
              <a:rPr lang="en-US" dirty="0"/>
              <a:t>f = @(x) 1 - 3*x + 0.5*x*exp(x);</a:t>
            </a:r>
          </a:p>
          <a:p>
            <a:r>
              <a:rPr lang="en-US" dirty="0" err="1"/>
              <a:t>fp</a:t>
            </a:r>
            <a:r>
              <a:rPr lang="en-US" dirty="0"/>
              <a:t> = @(x) -3 + 0.5*exp(x) + 0.5*x*exp(x);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x0 = 1;          % initial guess</a:t>
            </a:r>
          </a:p>
          <a:p>
            <a:r>
              <a:rPr lang="en-US" dirty="0" err="1"/>
              <a:t>tol</a:t>
            </a:r>
            <a:r>
              <a:rPr lang="en-US" dirty="0"/>
              <a:t> = 1e-5;      % tolerance</a:t>
            </a:r>
          </a:p>
          <a:p>
            <a:r>
              <a:rPr lang="en-US" dirty="0"/>
              <a:t>N = 50;          % max iterations</a:t>
            </a:r>
          </a:p>
          <a:p>
            <a:r>
              <a:rPr lang="en-US" dirty="0"/>
              <a:t>x = x0;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for k = 1:N</a:t>
            </a:r>
          </a:p>
          <a:p>
            <a:r>
              <a:rPr lang="en-US" dirty="0"/>
              <a:t>    </a:t>
            </a:r>
            <a:r>
              <a:rPr lang="en-US" dirty="0" err="1"/>
              <a:t>x_new</a:t>
            </a:r>
            <a:r>
              <a:rPr lang="en-US" dirty="0"/>
              <a:t> = x - f(x)/</a:t>
            </a:r>
            <a:r>
              <a:rPr lang="en-US" dirty="0" err="1"/>
              <a:t>fp</a:t>
            </a:r>
            <a:r>
              <a:rPr lang="en-US" dirty="0"/>
              <a:t>(x);</a:t>
            </a:r>
          </a:p>
          <a:p>
            <a:r>
              <a:rPr lang="en-US" dirty="0"/>
              <a:t>    if abs(</a:t>
            </a:r>
            <a:r>
              <a:rPr lang="en-US" dirty="0" err="1"/>
              <a:t>x_new</a:t>
            </a:r>
            <a:r>
              <a:rPr lang="en-US" dirty="0"/>
              <a:t> - x) &lt; 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fprintf</a:t>
            </a:r>
            <a:r>
              <a:rPr lang="en-US" dirty="0"/>
              <a:t>('Root found: %.5f after %d iterations\n', </a:t>
            </a:r>
            <a:r>
              <a:rPr lang="en-US" dirty="0" err="1"/>
              <a:t>x_new</a:t>
            </a:r>
            <a:r>
              <a:rPr lang="en-US" dirty="0"/>
              <a:t>, k);</a:t>
            </a:r>
          </a:p>
          <a:p>
            <a:r>
              <a:rPr lang="en-US" dirty="0"/>
              <a:t>        break;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    x = </a:t>
            </a:r>
            <a:r>
              <a:rPr lang="en-US" dirty="0" err="1"/>
              <a:t>x_new</a:t>
            </a:r>
            <a:r>
              <a:rPr lang="en-US" dirty="0"/>
              <a:t>;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15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9477-2788-3F46-3AD9-D8F9C5B9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‘while loop’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A195-CCB7-EF99-E01B-8C682743F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9823"/>
            <a:ext cx="10515600" cy="4267140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% Newton's Method using WHILE loop</a:t>
            </a:r>
          </a:p>
          <a:p>
            <a:r>
              <a:rPr lang="en-US" dirty="0"/>
              <a:t>f = @(x) 1 - 3*x + 0.5*x*exp(x);</a:t>
            </a:r>
          </a:p>
          <a:p>
            <a:r>
              <a:rPr lang="en-US" dirty="0" err="1"/>
              <a:t>fp</a:t>
            </a:r>
            <a:r>
              <a:rPr lang="en-US" dirty="0"/>
              <a:t> = @(x) -3 + 0.5*exp(x) + 0.5*x*exp(x);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x0 = 1;          % initial guess</a:t>
            </a:r>
          </a:p>
          <a:p>
            <a:r>
              <a:rPr lang="en-US" dirty="0" err="1"/>
              <a:t>tol</a:t>
            </a:r>
            <a:r>
              <a:rPr lang="en-US" dirty="0"/>
              <a:t> = 1e-5;      % tolerance</a:t>
            </a:r>
          </a:p>
          <a:p>
            <a:r>
              <a:rPr lang="en-US" dirty="0"/>
              <a:t>N = 50;          % max iterations</a:t>
            </a:r>
          </a:p>
          <a:p>
            <a:r>
              <a:rPr lang="en-US" dirty="0"/>
              <a:t>x = x0;</a:t>
            </a:r>
          </a:p>
          <a:p>
            <a:r>
              <a:rPr lang="en-US" dirty="0"/>
              <a:t>k = 0;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while k &lt; N</a:t>
            </a:r>
          </a:p>
          <a:p>
            <a:r>
              <a:rPr lang="en-US" dirty="0"/>
              <a:t>    </a:t>
            </a:r>
            <a:r>
              <a:rPr lang="en-US" dirty="0" err="1"/>
              <a:t>x_new</a:t>
            </a:r>
            <a:r>
              <a:rPr lang="en-US" dirty="0"/>
              <a:t> = x - f(x)/</a:t>
            </a:r>
            <a:r>
              <a:rPr lang="en-US" dirty="0" err="1"/>
              <a:t>fp</a:t>
            </a:r>
            <a:r>
              <a:rPr lang="en-US" dirty="0"/>
              <a:t>(x);</a:t>
            </a:r>
          </a:p>
          <a:p>
            <a:r>
              <a:rPr lang="en-US" dirty="0"/>
              <a:t>    if abs(</a:t>
            </a:r>
            <a:r>
              <a:rPr lang="en-US" dirty="0" err="1"/>
              <a:t>x_new</a:t>
            </a:r>
            <a:r>
              <a:rPr lang="en-US" dirty="0"/>
              <a:t> - x) &lt; </a:t>
            </a:r>
            <a:r>
              <a:rPr lang="en-US" dirty="0" err="1"/>
              <a:t>tol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fprintf</a:t>
            </a:r>
            <a:r>
              <a:rPr lang="en-US" dirty="0"/>
              <a:t>('Root found: %.5f after %d iterations\n', </a:t>
            </a:r>
            <a:r>
              <a:rPr lang="en-US" dirty="0" err="1"/>
              <a:t>x_new</a:t>
            </a:r>
            <a:r>
              <a:rPr lang="en-US" dirty="0"/>
              <a:t>, k);</a:t>
            </a:r>
          </a:p>
          <a:p>
            <a:r>
              <a:rPr lang="en-US" dirty="0"/>
              <a:t>        break;</a:t>
            </a:r>
          </a:p>
          <a:p>
            <a:r>
              <a:rPr lang="en-US" dirty="0"/>
              <a:t>    end</a:t>
            </a:r>
          </a:p>
          <a:p>
            <a:r>
              <a:rPr lang="en-US" dirty="0"/>
              <a:t>    x = </a:t>
            </a:r>
            <a:r>
              <a:rPr lang="en-US" dirty="0" err="1"/>
              <a:t>x_new</a:t>
            </a:r>
            <a:r>
              <a:rPr lang="en-US" dirty="0"/>
              <a:t>;</a:t>
            </a:r>
          </a:p>
          <a:p>
            <a:r>
              <a:rPr lang="en-US" dirty="0"/>
              <a:t>    k = k + 1;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60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540</Words>
  <Application>Microsoft Office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.</vt:lpstr>
      <vt:lpstr>  PSEUDO CODES  ‘for loop’ </vt:lpstr>
      <vt:lpstr>  ‘while loop’ </vt:lpstr>
      <vt:lpstr> MATLAB CODES ‘For loop’ </vt:lpstr>
      <vt:lpstr>‘while loop’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Claid Kirabira</dc:creator>
  <cp:lastModifiedBy>Victor Claid Kirabira</cp:lastModifiedBy>
  <cp:revision>1</cp:revision>
  <dcterms:created xsi:type="dcterms:W3CDTF">2026-09-28T13:03:25Z</dcterms:created>
  <dcterms:modified xsi:type="dcterms:W3CDTF">2026-09-28T13:18:32Z</dcterms:modified>
</cp:coreProperties>
</file>
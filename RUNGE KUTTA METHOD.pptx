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46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B090-A8BA-FF73-5BBF-41EDBF7A5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07154-CC21-D1FE-AF34-8032D778D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D201E-898A-3B52-2F36-7F96D713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3A03F-BDFA-4310-A7A6-C44462F871C2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2EF0B-5598-4420-4DC9-B717096DE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9EEC5-E22B-778F-D47E-A1EC06AF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1E4AD-539D-458B-A43C-E4CA6AD13B2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113581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6D64-3C79-0887-F052-2AECD4E9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5818-8344-369C-D787-9611304D2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1D688-C7EB-5077-8C02-FC3E1F1E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3A03F-BDFA-4310-A7A6-C44462F871C2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9A87-397F-976A-58D6-C8AC31F5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ADBFE-66FD-CD57-DC0D-0DD0DC39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1E4AD-539D-458B-A43C-E4CA6AD13B2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D6E2-F4B2-856F-26AA-05983D71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6593A-5247-36C0-EB4C-A57BC3212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5562C-7ACE-0FBC-2A07-A0E0520AC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3A03F-BDFA-4310-A7A6-C44462F871C2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7558A-A4B0-2A9C-C626-E7F0D307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1E02E-0349-C993-7871-6706D513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1E4AD-539D-458B-A43C-E4CA6AD13B2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48722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CE6B1-D162-F082-B061-82A50C72B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2FA0B-FA9A-3128-3C07-6DAFDE10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4C1F5-11B7-5251-EEE5-5EEDB6FBD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A85AC-ACD8-85DA-A850-AF8A63C51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3A03F-BDFA-4310-A7A6-C44462F871C2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D0FCC-4C68-FCE0-C01D-A25E9568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A511F-7E83-C61A-EE52-9CB20582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1E4AD-539D-458B-A43C-E4CA6AD13B2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5517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D17C-77AC-1869-B7C9-2C8915842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0C743-71C8-54F1-7921-468D0FF48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17D08-C2F4-B1D0-F3EC-E2BF12BE8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9CF14-FEA8-B303-867B-2D5D43B31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9BDCA-7DEC-1360-9FE1-042A520E7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561612-687A-5271-BEB9-52455383D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3A03F-BDFA-4310-A7A6-C44462F871C2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1F5C11-6A73-4C4B-9163-29CCEDEF7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B8EB4D-55D8-8FF5-FE4C-658A260B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1E4AD-539D-458B-A43C-E4CA6AD13B2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42817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DFA7-078B-B5DF-E531-538715D81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9F76C-222A-75BA-E2BF-4213EFC3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3A03F-BDFA-4310-A7A6-C44462F871C2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C5403-6706-0B9A-C45E-09F8C35D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BF5C2-79AA-9994-A07F-D0901F2C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1E4AD-539D-458B-A43C-E4CA6AD13B2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2194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5CC067-CAA3-5D87-21A1-A92DD8C2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3A03F-BDFA-4310-A7A6-C44462F871C2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D386A-6E3F-6BF6-915B-223B02A5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37B5B-25BE-2CF5-9760-B275CDE4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1E4AD-539D-458B-A43C-E4CA6AD13B2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03861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53742-0D69-CA0E-B288-C2EB5C5C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62619-1768-8BDF-8009-1160CB0B1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ADD43-2304-D709-AB4F-36E954F22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BDDD3-286B-1F5C-D302-05825654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3A03F-BDFA-4310-A7A6-C44462F871C2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52CD7-814B-C328-3AA7-AA1756590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8258C-4FC8-1258-1622-90DEBF7A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1E4AD-539D-458B-A43C-E4CA6AD13B2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732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1A71-A745-257B-0BF5-03B2C623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42321-7AF5-063D-DB4F-2F845CA4E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4B290-E4A5-1517-423C-060F7B931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CEFAF-7B60-CD24-D6BC-2DC393A41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3A03F-BDFA-4310-A7A6-C44462F871C2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F4C9F-0684-B87C-841D-6A47E8DB0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DF7C7-833D-A392-B769-82F61982C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1E4AD-539D-458B-A43C-E4CA6AD13B2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3355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A2EC6-24C7-D00C-D3C9-11C45346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38E9A-042E-F9AE-E373-E4DEF6A0F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301AF-5651-8926-2229-6BB76E248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3A03F-BDFA-4310-A7A6-C44462F871C2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BC2CE-2690-6D31-E861-970DF855A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A343B-9744-F48D-08AC-412CBDDCC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1E4AD-539D-458B-A43C-E4CA6AD13B2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5450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F2BB2-7DB9-0C3A-85BC-4B911ED88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54A945-6F83-10CC-218E-287A02B3E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EB1FA-5A3A-ADE9-6997-218C070E0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3A03F-BDFA-4310-A7A6-C44462F871C2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F62A0-1652-1854-E10A-97D1EDBA7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D976D-36A7-C3FD-0D11-428404CBF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1E4AD-539D-458B-A43C-E4CA6AD13B2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58399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EE4505-CC15-FE37-2BE0-4A065E5C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B35B4-F9C3-3E60-5280-5CEAE4A10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49562-1DD0-A656-4328-62157B57D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3A03F-BDFA-4310-A7A6-C44462F871C2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050AD-6DF4-5F17-8098-54EC95385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CB01E-DC2D-60D3-552A-FF1BFFD3E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1E4AD-539D-458B-A43C-E4CA6AD13B2C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0489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CC63-659C-AE97-564B-A9A10AF2C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/>
          <a:lstStyle/>
          <a:p>
            <a:r>
              <a:rPr lang="en-US" dirty="0"/>
              <a:t>RUNGE – KUTTA METHOD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840A1-A3B6-BBBD-6AD1-0B6ED770A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 the fourth-order </a:t>
            </a:r>
            <a:r>
              <a:rPr lang="en-US" dirty="0">
                <a:solidFill>
                  <a:srgbClr val="FF0000"/>
                </a:solidFill>
              </a:rPr>
              <a:t>Runge-</a:t>
            </a:r>
            <a:r>
              <a:rPr lang="en-US" dirty="0" err="1">
                <a:solidFill>
                  <a:srgbClr val="FF0000"/>
                </a:solidFill>
              </a:rPr>
              <a:t>Kutta</a:t>
            </a:r>
            <a:r>
              <a:rPr lang="en-US" dirty="0"/>
              <a:t> method to solve </a:t>
            </a:r>
            <a:endParaRPr lang="en-UG" dirty="0"/>
          </a:p>
          <a:p>
            <a:r>
              <a:rPr lang="en-US" dirty="0"/>
              <a:t>dy/dx = x + y, y(0) = 1, h = 0.1, and find y(0.2)</a:t>
            </a:r>
            <a:endParaRPr lang="en-UG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353099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463ECA-7382-D215-D092-7B644DA0AF48}"/>
              </a:ext>
            </a:extLst>
          </p:cNvPr>
          <p:cNvSpPr txBox="1"/>
          <p:nvPr/>
        </p:nvSpPr>
        <p:spPr>
          <a:xfrm>
            <a:off x="0" y="-972112"/>
            <a:ext cx="9151882" cy="3951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8DD309-4347-5FDF-F511-83AC39C64F08}"/>
              </a:ext>
            </a:extLst>
          </p:cNvPr>
          <p:cNvSpPr txBox="1"/>
          <p:nvPr/>
        </p:nvSpPr>
        <p:spPr>
          <a:xfrm>
            <a:off x="6095999" y="1689057"/>
            <a:ext cx="5355772" cy="250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Calculate: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y = y + h/6*(k1 + 2*k2 + 2*k3 + k4)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x = x + h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END WHILE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 Display x and y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</a:t>
            </a:r>
            <a:endParaRPr lang="en-U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1DB35-D10F-944A-E433-8DC75EF4D5F5}"/>
              </a:ext>
            </a:extLst>
          </p:cNvPr>
          <p:cNvSpPr txBox="1"/>
          <p:nvPr/>
        </p:nvSpPr>
        <p:spPr>
          <a:xfrm>
            <a:off x="1" y="425282"/>
            <a:ext cx="5649686" cy="5027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Pseudocode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START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Define f(x,y) = x + y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Set x0 = 0, y0 = 1, step size h = 0.1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Set final value xn = 0.2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Set x = x0 and y = y0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WHILE x &lt; xn (or repeat for required number of steps)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Calculate k1 = f(x,y)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Calculate k2 = f(x+h/2,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*k1/2)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Calculate k3 = f(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/2,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*k2/2)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Calculate k4 = f(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*k3)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07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86E5DF-C034-6D86-334D-3737FAB57299}"/>
              </a:ext>
            </a:extLst>
          </p:cNvPr>
          <p:cNvSpPr txBox="1"/>
          <p:nvPr/>
        </p:nvSpPr>
        <p:spPr>
          <a:xfrm>
            <a:off x="1" y="172059"/>
            <a:ext cx="4130566" cy="5027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% Runge-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Kutta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4th order using FOR loop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 = @(x,y) x + y;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x0 = 0;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y0 = 1;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 = 0.1;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xn = 0.2;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 = round((xn-x0)/h);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x = x0; 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 = y0;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fprintf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\t x\t\t y\n');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fprintf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('%d\t %.4f\t %.6f\n',0,x,y);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ED6B0-3074-D3AF-EB2E-D986B8089F18}"/>
              </a:ext>
            </a:extLst>
          </p:cNvPr>
          <p:cNvSpPr txBox="1"/>
          <p:nvPr/>
        </p:nvSpPr>
        <p:spPr>
          <a:xfrm>
            <a:off x="5580993" y="1344516"/>
            <a:ext cx="5770179" cy="460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1:n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k1 = f(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x,y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k2 = f(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/2,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*k1/2);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k3 = f(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/2,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*k2/2);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k4 = f(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*k3);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  y = y + (h/6)*(k1 + 2*k2 + 2*k3 + k4);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x = x + h;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fprintf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('%d\t %.4f\t %.6f\n',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i,x,y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 err="1"/>
              <a:t>fprintf</a:t>
            </a:r>
            <a:r>
              <a:rPr lang="en-US" dirty="0"/>
              <a:t>('Approximate y(0.2) = %.6f\</a:t>
            </a:r>
            <a:r>
              <a:rPr lang="en-US" dirty="0" err="1"/>
              <a:t>n',y</a:t>
            </a:r>
            <a:r>
              <a:rPr lang="en-US" dirty="0"/>
              <a:t>);</a:t>
            </a:r>
            <a:endParaRPr lang="en-UG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180590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2CF89F-AF4F-F239-7F7D-3EA66440223E}"/>
              </a:ext>
            </a:extLst>
          </p:cNvPr>
          <p:cNvSpPr txBox="1"/>
          <p:nvPr/>
        </p:nvSpPr>
        <p:spPr>
          <a:xfrm>
            <a:off x="0" y="0"/>
            <a:ext cx="6101254" cy="5448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% Runge-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Kutta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4th order using WHILE loop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 = @(x,y) x + y;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x0 = 0;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y0 = 1;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 = 0.1;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xn = 0.2;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 = x0;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 = y0;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0;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fprintf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\t x\t\t y\n');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fprintf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('%d\t %.4f\t %.6f\n',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i,x,y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A3DDF-4BE3-8C7A-F2D6-DF5DAD81CAA6}"/>
              </a:ext>
            </a:extLst>
          </p:cNvPr>
          <p:cNvSpPr txBox="1"/>
          <p:nvPr/>
        </p:nvSpPr>
        <p:spPr>
          <a:xfrm>
            <a:off x="5360276" y="80740"/>
            <a:ext cx="6400799" cy="6712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while x &lt; xn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k1 = f(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x,y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k2 = f(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/2,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*k1/2);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k3 = f(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/2,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*k2/2);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k4 = f(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y+h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*k3);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y = y + (h/6)*(k1 + 2*k2 + 2*k3 + k4);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x = x + h;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+ 1;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fprintf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('%d\t %.4f\t %.6f\n',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i,x,y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fprintf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('Approximate y(0.2) = %.6f\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n',y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964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635</Words>
  <Application>Microsoft Office PowerPoint</Application>
  <PresentationFormat>Widescreen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Office Theme</vt:lpstr>
      <vt:lpstr>RUNGE – KUTTA METHOD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2026-09-29T04:09:43Z</dcterms:created>
  <dcterms:modified xsi:type="dcterms:W3CDTF">2026-09-29T04:38:31Z</dcterms:modified>
</cp:coreProperties>
</file>